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E4A622-E2FC-4B8F-852B-358324BFABEE}">
  <a:tblStyle styleId="{E8E4A622-E2FC-4B8F-852B-358324BFAB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5B5A782-DF2B-402A-941C-E82A42F94B0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e9aa031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e9aa031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e9aa031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e9aa031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7e9aa031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7e9aa031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7e9aa031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7e9aa031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e9aa031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e9aa031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91938" y="21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alibri"/>
                <a:ea typeface="Calibri"/>
                <a:cs typeface="Calibri"/>
                <a:sym typeface="Calibri"/>
              </a:rPr>
              <a:t>Idea 1: Credit Card and Cashback Optimiser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409500" y="87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{E8E4A622-E2FC-4B8F-852B-358324BFABEE}</a:tableStyleId>
              </a:tblPr>
              <a:tblGrid>
                <a:gridCol w="1287175"/>
                <a:gridCol w="699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Statement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Consumers often own multiple credit cards with different reward structures, making it difficult to determine which card provides the highest value for their overall spending.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72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Challenges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Different cashback rates and miles earn rates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 spending caps and minimum spend requirements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Merchant Category Codes (MCCs) affect eligibility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Promotional campaigns change frequently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213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Smart Credit Card Rewards Optimizer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Users input: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 income (to determine eligibility for premium credit cards and minimum income requirements)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monthly spending by category (e.g., groceries, dining, transport, online shopping, travel, utilities)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Reward preference (Cashback, Miles, or Balanced)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will: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 the most suitable credit card(s) based on the user's spending profile and income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 the best card to use for each spending category or transaction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 card allocation across all monthly spending to maximize total rewards while considering spending caps and bonus conditions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 total monthly cashback or miles earned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 why each recommendation was made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users to compare different reward strategies (e.g., Cashback vs Miles)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91938" y="21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alibri"/>
                <a:ea typeface="Calibri"/>
                <a:cs typeface="Calibri"/>
                <a:sym typeface="Calibri"/>
              </a:rPr>
              <a:t>Idea 1: Credit Card and Cashback Optimiser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31850" y="95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{D5B5A782-DF2B-402A-941C-E82A42F94B05}</a:tableStyleId>
              </a:tblPr>
              <a:tblGrid>
                <a:gridCol w="1661650"/>
                <a:gridCol w="70457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Technique Group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Proposed Implementation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Automation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 engine determines the best card for each spending category based on reward rates, spending caps, merchant category codes (MCCs), and card eligibility rules.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Resource Optimization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 the allocation of monthly spending across recommended cards to maximize total cashback or miles while satisfying constraints such as bonus caps, minimum spend requirements, and income eligibility.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Knowledge Discovery &amp; Data Mining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Analyze the user's income, spending patterns, and reward preference to recommend the most suitable credit card portfolio and identify the strategy (cashback, miles, or balanced) that yields the greatest value.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Cognitive Techniques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 AI chatbot answers natural language queries (e.g., "Which card should I use for hotel bookings?") and explains the reasoning behind each recommendation in an understandable way.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91938" y="21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alibri"/>
                <a:ea typeface="Calibri"/>
                <a:cs typeface="Calibri"/>
                <a:sym typeface="Calibri"/>
              </a:rPr>
              <a:t>Idea 2: Job Matching and Resume Advisor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409500" y="87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{E8E4A622-E2FC-4B8F-852B-358324BFABEE}</a:tableStyleId>
              </a:tblPr>
              <a:tblGrid>
                <a:gridCol w="1287175"/>
                <a:gridCol w="699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Statement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 seekers often spend significant time searching through hundreds of job listings without knowing which positions best match their qualifications.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72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Challenges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 descriptions are lengthy and inconsistent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Difficult to identify skill gaps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Resume may not highlight relevant experience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Matching is often based only on keywords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213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Intelligent Job Matching System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Users Input: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Education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 experience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Career interests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will: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Extract resume information automatically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 candidates with suitable jobs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 opportunities based on compatibility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Highlight missing skills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91938" y="21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alibri"/>
                <a:ea typeface="Calibri"/>
                <a:cs typeface="Calibri"/>
                <a:sym typeface="Calibri"/>
              </a:rPr>
              <a:t>Idea 2: Job Matching and Resume advisor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291950" y="121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{D5B5A782-DF2B-402A-941C-E82A42F94B05}</a:tableStyleId>
              </a:tblPr>
              <a:tblGrid>
                <a:gridCol w="2170150"/>
                <a:gridCol w="62414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Technique Group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Implementation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Automation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Rule-based filtering of jobs based on qualifications, experience, visa requirements and location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Resource Optimization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 job ranking by maximizing candidate-job compatibility using weighted search algorithms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Knowledge Discovery / Data Mining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NLP-based skill extraction, recommendation engine and clustering of similar job roles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Cognitive Techniques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Resume parser, conversational career chatbot and knowledge graph connecting skills, occupations and industries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91938" y="21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alibri"/>
                <a:ea typeface="Calibri"/>
                <a:cs typeface="Calibri"/>
                <a:sym typeface="Calibri"/>
              </a:rPr>
              <a:t>Idea 3: Primary School Recommender System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409500" y="87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{E8E4A622-E2FC-4B8F-852B-358324BFABEE}</a:tableStyleId>
              </a:tblPr>
              <a:tblGrid>
                <a:gridCol w="1287175"/>
                <a:gridCol w="699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Statement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Parents often struggle to identify suitable preschools because decisions depend on multiple factors beyond proximity.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72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Challenges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Large number of preschool options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Different curricula and programmes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Limited vacancies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Varying fees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Distance from home or workplace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213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School Recommendation Platform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Parents enter: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 location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Budget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Child's age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Preferred curriculum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Preferred childcare hours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will: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Filter suitable preschools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 recommendations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 travel distance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Display nearby schools on a map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9845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 recommendation scores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291938" y="21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alibri"/>
                <a:ea typeface="Calibri"/>
                <a:cs typeface="Calibri"/>
                <a:sym typeface="Calibri"/>
              </a:rPr>
              <a:t>Idea 3: Preschool Recommender System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345550" y="125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{D5B5A782-DF2B-402A-941C-E82A42F94B05}</a:tableStyleId>
              </a:tblPr>
              <a:tblGrid>
                <a:gridCol w="2060225"/>
                <a:gridCol w="65286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Technique Group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Implementation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Automation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Rule-based filtering using budget, curriculum, operating hours, vacancies and eligibility criteria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Resource Optimization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Multi-criteria optimization balancing travel distance, fees, vacancies and parent preferences using informed search algorithms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Knowledge Discovery / Data Mining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Recommendation engine based on parent preferences, school characteristics and historical selection patterns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Cognitive Techniques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Natural language chatbot and knowledge graph linking schools, programmes, locations, primary school affiliations and facilities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